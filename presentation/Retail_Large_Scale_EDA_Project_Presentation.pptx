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0499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" cy="4846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651760"/>
            <a:ext cx="104241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Exploratory Data Analysis</a:t>
            </a:r>
          </a:p>
          <a:p>
            <a:pPr>
              <a:defRPr sz="3100" b="1">
                <a:solidFill>
                  <a:srgbClr val="93C5FD"/>
                </a:solidFill>
              </a:defRPr>
            </a:pPr>
            <a:r>
              <a:rPr dirty="0"/>
              <a:t>of Large-Scale Retail Transaction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" y="480060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9560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03520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100,000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480060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49560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5303520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18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53328" y="4800600"/>
            <a:ext cx="6400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49560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5303520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Python EDA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6216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6216" y="480060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87384" y="49560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5303520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F8D497-F681-079B-AE35-DF997C9C1CC9}"/>
              </a:ext>
            </a:extLst>
          </p:cNvPr>
          <p:cNvSpPr txBox="1"/>
          <p:nvPr/>
        </p:nvSpPr>
        <p:spPr>
          <a:xfrm>
            <a:off x="960120" y="914400"/>
            <a:ext cx="3204916" cy="1184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Project 3</a:t>
            </a:r>
            <a:endParaRPr dirty="0"/>
          </a:p>
          <a:p>
            <a:pPr>
              <a:defRPr sz="3100" b="1">
                <a:solidFill>
                  <a:srgbClr val="93C5FD"/>
                </a:solidFill>
              </a:defRPr>
            </a:pPr>
            <a:r>
              <a:rPr lang="en-US" dirty="0"/>
              <a:t>Sayali Sanjay Patil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dirty="0"/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Summarize and understand the large-scale retail transaction dataset before predictive modeling.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Perform univariate analysis of numerical and categorical variables.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Study relationships between variables using bivariate analysis and Pearson correlation.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Explore interactions among three or more variables using multivariate analysis.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Detect and interpret unusual observations using IQR and Z-score methods.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Measure skewness and kurtosis and convert the results into meaningful business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Dataset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813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39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Transactions /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325880"/>
            <a:ext cx="6400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4813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82880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377439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Categorical, numerical &amp;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6400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4813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82880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18–65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377439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Observed range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258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1325880"/>
            <a:ext cx="64008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82328" y="14813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Product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182880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₹500–₹59,998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377439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Observed range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063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06324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21868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Quantity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5661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114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Units per transaction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3063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20440" y="3063240"/>
            <a:ext cx="64008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21608" y="321868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Discount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35661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0–30%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1608" y="4114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Observed range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063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306324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01968" y="321868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Final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35661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₹357–₹239,980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4114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Observed range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306324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81160" y="3063240"/>
            <a:ext cx="6400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82328" y="321868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328" y="356616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1–10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2328" y="411480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Observed range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Univariate Analysis — Numerical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Skewness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Kurtosis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Product price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30,164.53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30,148.00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59,998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-1.195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-1.365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Discount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-0.004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-1.202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Final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64,165.75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49,752.39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239,980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Delivery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5.51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-1.222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70916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F172A"/>
                </a:solidFill>
              </a:defRPr>
            </a:pPr>
            <a:r>
              <a:t>Final price is the only numerical variable with clearly positive skewness (0.935), indicating a longer right tail.</a:t>
            </a:r>
          </a:p>
          <a:p>
            <a:pPr>
              <a:spcAft>
                <a:spcPts val="900"/>
              </a:spcAft>
              <a:defRPr sz="1300" b="0">
                <a:solidFill>
                  <a:srgbClr val="0F172A"/>
                </a:solidFill>
              </a:defRPr>
            </a:pPr>
            <a:r>
              <a:t>Product price, quantity, discount percentage and delivery days have skewness close to zero.</a:t>
            </a:r>
          </a:p>
          <a:p>
            <a:pPr>
              <a:spcAft>
                <a:spcPts val="900"/>
              </a:spcAft>
              <a:defRPr sz="1300" b="0">
                <a:solidFill>
                  <a:srgbClr val="0F172A"/>
                </a:solidFill>
              </a:defRPr>
            </a:pPr>
            <a:r>
              <a:t>Final price has the highest kurtosis in this run (0.169), while the other variables have negative excess kurtosis.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Outlier Detection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53035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IQR outliers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Z-score &gt; 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Product price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Discount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Final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Delivery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173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Final price contains the only detected outliers in this run.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IQR method identified 1,335 final-price outliers.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Z-score method identified 503 final-price observations beyond ±3 standard deviations.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Outliers should be interpreted as possible high-value transactions rather than removed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Bivariate &amp;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Numerical vs numerical: product_price, quantity, discount_percentage, final_price, age and delivery_days were compared.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The analysis produces a Pearson correlation matrix and correlation heatmap.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Targeted scatter plots are generated for key spending and operational relationships.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Categorical comparisons include customer segment vs average final price, product category vs return rate, and shipping type vs delivery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17320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158191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Numerical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377440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254203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Pearson correlation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337560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350215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Heatmap + scatter plots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297680"/>
            <a:ext cx="4480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446227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Business comparison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Multivariate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A sampled pair plot is generated from the numerical variables to keep visualization practical for 100,000 rows.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Product category × discount × final price is summarized in a business interaction table.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Customer segment × age group × spending is summarized to compare customer behavior.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Shipping type × delivery days × return status is analyzed to connect operations with returns.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Sampling is used only for the pair-plot visualization; the summary tables use the full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Key Findings from the Executed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FINAL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Mean ₹64,165.75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3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Median ₹49,752.39 • right-skewed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OUTLIERS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1,335 IQR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3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503 by Z-score &gt;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DISCOUNT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Mean 15.01%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37743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Range 0–30%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3101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PRODUCT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6576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Mean ₹30,164.53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062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Range ₹500–₹59,998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15468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3101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QUANTITY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6576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Mean 3.00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2062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Range 1–4 units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31546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33101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6576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Mean 5.51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2062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Range 1–10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F172A"/>
                </a:solidFill>
              </a:defRPr>
            </a:pPr>
            <a:r>
              <a:t>The most notable distributional signal in the run is the positive skewness of final_price.</a:t>
            </a:r>
          </a:p>
          <a:p>
            <a:pPr>
              <a:spcAft>
                <a:spcPts val="900"/>
              </a:spcAft>
              <a:defRPr sz="1300" b="0">
                <a:solidFill>
                  <a:srgbClr val="0F172A"/>
                </a:solidFill>
              </a:defRPr>
            </a:pPr>
            <a:r>
              <a:t>The outlier analysis shows that extreme final-price transactions are concentrated in the final_price variable.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Python EDA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1. Load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39112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2. Clean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83864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3. Quality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7176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8616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4. Univariate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5. Outliers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19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6. Bivariate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7. Multivariate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16184" y="2148840"/>
            <a:ext cx="1325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07624" y="2331720"/>
            <a:ext cx="1143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8.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Libraries: pandas, NumPy, matplotlib, seaborn and openpyxl.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Outputs include PNG figures, CSV analysis tables, a text report and an Excel summary.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The script reads the large CSV from the local data folder, so the dataset does not need to be embedded in the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E2E8F0"/>
                </a:solidFill>
              </a:defRPr>
            </a:pPr>
            <a:r>
              <a:t>The project successfully applies univariate, bivariate and multivariate EDA techniques to 100,000 retail transactions.</a:t>
            </a:r>
          </a:p>
          <a:p>
            <a:pPr>
              <a:spcAft>
                <a:spcPts val="900"/>
              </a:spcAft>
              <a:defRPr sz="1800" b="0">
                <a:solidFill>
                  <a:srgbClr val="E2E8F0"/>
                </a:solidFill>
              </a:defRPr>
            </a:pPr>
            <a:r>
              <a:t>Statistical summaries, outlier detection, correlation analysis, skewness and kurtosis provide a foundation for business interpretation.</a:t>
            </a:r>
          </a:p>
          <a:p>
            <a:pPr>
              <a:spcAft>
                <a:spcPts val="900"/>
              </a:spcAft>
              <a:defRPr sz="1800" b="0">
                <a:solidFill>
                  <a:srgbClr val="E2E8F0"/>
                </a:solidFill>
              </a:defRPr>
            </a:pPr>
            <a:r>
              <a:t>The Python workflow is reproducible and produces reusable tables, visualizations and reports.</a:t>
            </a:r>
          </a:p>
          <a:p>
            <a:pPr>
              <a:spcAft>
                <a:spcPts val="900"/>
              </a:spcAft>
              <a:defRPr sz="1800" b="0">
                <a:solidFill>
                  <a:srgbClr val="E2E8F0"/>
                </a:solidFill>
              </a:defRPr>
            </a:pPr>
            <a:r>
              <a:t>The analysis can be extended later into predictive modeling or deeper customer and product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748</Words>
  <Application>Microsoft Office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PKSweb</cp:lastModifiedBy>
  <cp:revision>3</cp:revision>
  <dcterms:created xsi:type="dcterms:W3CDTF">2013-01-27T09:14:16Z</dcterms:created>
  <dcterms:modified xsi:type="dcterms:W3CDTF">2026-10-06T11:11:48Z</dcterms:modified>
  <cp:category/>
</cp:coreProperties>
</file>